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2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3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9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01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00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87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8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24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8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6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84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6952EF2-D7F4-4908-9FCB-350F0B82B6F8}"/>
              </a:ext>
            </a:extLst>
          </p:cNvPr>
          <p:cNvPicPr/>
          <p:nvPr/>
        </p:nvPicPr>
        <p:blipFill rotWithShape="1">
          <a:blip r:embed="rId2"/>
          <a:srcRect l="905" t="8280" b="-1"/>
          <a:stretch/>
        </p:blipFill>
        <p:spPr bwMode="auto">
          <a:xfrm>
            <a:off x="2315570" y="-68093"/>
            <a:ext cx="6785519" cy="7591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F04D3F71-E74B-4875-A394-1440D47C0403}"/>
              </a:ext>
            </a:extLst>
          </p:cNvPr>
          <p:cNvSpPr txBox="1">
            <a:spLocks/>
          </p:cNvSpPr>
          <p:nvPr/>
        </p:nvSpPr>
        <p:spPr>
          <a:xfrm>
            <a:off x="1646491" y="1157592"/>
            <a:ext cx="8665553" cy="52605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Instituto Tecnológico Nacional de México</a:t>
            </a:r>
          </a:p>
          <a:p>
            <a:pPr algn="ctr"/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Instituto Tecnológico  de Frontera Comalapa</a:t>
            </a:r>
          </a:p>
          <a:p>
            <a:pPr algn="ctr"/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Ingeniería en Sistemas Computacionales</a:t>
            </a:r>
          </a:p>
          <a:p>
            <a:pPr algn="ctr"/>
            <a:endParaRPr lang="es-MX" sz="2300" b="1" dirty="0">
              <a:solidFill>
                <a:schemeClr val="bg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algn="ctr"/>
            <a:endParaRPr lang="es-MX" sz="2300" b="1" dirty="0">
              <a:solidFill>
                <a:schemeClr val="bg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Actividad 4.3 Ejercicios</a:t>
            </a:r>
          </a:p>
          <a:p>
            <a:pPr algn="ctr"/>
            <a:endParaRPr lang="es-MX" sz="2300" b="1" dirty="0">
              <a:solidFill>
                <a:schemeClr val="bg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Docente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Ing. Francisco Javier Mingo Velázquez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endParaRPr lang="es-MX" sz="2300" b="1" dirty="0">
              <a:solidFill>
                <a:schemeClr val="bg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Estudiante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Dixie Dayana Peña González </a:t>
            </a:r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#Control: </a:t>
            </a:r>
            <a:r>
              <a:rPr lang="es-MX" sz="2300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221260063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Frontera Comalapa Chiapas,  </a:t>
            </a:r>
            <a:r>
              <a:rPr lang="es-MX" sz="2300" b="1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09 </a:t>
            </a:r>
            <a:r>
              <a:rPr lang="es-MX" sz="23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 junio del 2026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654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E5D3D-77B1-448A-A702-E3768BE5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Índice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536E72-769C-40DF-B089-6E184BCC0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Introducción ………………………………………………………………….3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Justificación ………………………………………………………………….4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Proyecto Turismo Comalapa……………………………………………..5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Conclusión …………………………………………………………………...16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Anexo código fuente……………………………………………………….17</a:t>
            </a:r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02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A83FA-B100-41F8-A816-C0E9E669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3790BB-22F4-4D7A-BB55-855B3BB9B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Trabajar con </a:t>
            </a:r>
            <a:r>
              <a:rPr lang="es-MX" dirty="0" err="1"/>
              <a:t>ángular</a:t>
            </a:r>
            <a:r>
              <a:rPr lang="es-MX" dirty="0"/>
              <a:t> es una estrategia muy valorada hoy en día en el desarrollo de software profesional. Es un </a:t>
            </a:r>
            <a:r>
              <a:rPr lang="es-MX" dirty="0" err="1"/>
              <a:t>framework</a:t>
            </a:r>
            <a:r>
              <a:rPr lang="es-MX" dirty="0"/>
              <a:t> robusto, mantenido por Google y diseñado específicamente para construir aplicaciones web muy complejas, escalables y de nivel empresarial.</a:t>
            </a:r>
          </a:p>
          <a:p>
            <a:pPr algn="just"/>
            <a:r>
              <a:rPr lang="es-MX" dirty="0"/>
              <a:t>Si nosotros combinamos Angular con supabase, </a:t>
            </a:r>
            <a:r>
              <a:rPr lang="es-MX" dirty="0" err="1"/>
              <a:t>neste</a:t>
            </a:r>
            <a:r>
              <a:rPr lang="es-MX" dirty="0"/>
              <a:t> actúa como un Backend-as-a-</a:t>
            </a:r>
            <a:r>
              <a:rPr lang="es-MX" dirty="0" err="1"/>
              <a:t>Service</a:t>
            </a:r>
            <a:r>
              <a:rPr lang="es-MX" dirty="0"/>
              <a:t> (</a:t>
            </a:r>
            <a:r>
              <a:rPr lang="es-MX" dirty="0" err="1"/>
              <a:t>BaaS</a:t>
            </a:r>
            <a:r>
              <a:rPr lang="es-MX" dirty="0"/>
              <a:t>) y nos permite tener un mejor enfoque en la experiencia del usuario y en  la lógica del sistema.</a:t>
            </a:r>
          </a:p>
          <a:p>
            <a:pPr algn="just"/>
            <a:r>
              <a:rPr lang="es-MX" dirty="0"/>
              <a:t>En esta presentación se darán a conocer los avances del proyecto en el cual se combinan este tipo de tecnologías y se abordarán cada uno de los módulos en los que se han </a:t>
            </a:r>
            <a:r>
              <a:rPr lang="es-MX" dirty="0" err="1"/>
              <a:t>estaod</a:t>
            </a:r>
            <a:r>
              <a:rPr lang="es-MX" dirty="0"/>
              <a:t> trabajando a lo largo de esta materia.</a:t>
            </a:r>
          </a:p>
        </p:txBody>
      </p:sp>
    </p:spTree>
    <p:extLst>
      <p:ext uri="{BB962C8B-B14F-4D97-AF65-F5344CB8AC3E}">
        <p14:creationId xmlns:p14="http://schemas.microsoft.com/office/powerpoint/2010/main" val="373189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2F915-B1DA-4C2F-A3A0-56EBBDCD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16EFF-1117-4F82-8B28-7AC32876A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El objetivo de la plataforma “Turismo Comalapa” surge como respuesta a la necesidad de fortalecer y profesionalizar la promoción turística de la región. El proyecto busca centralizar la oferta de servicios, experiencias y puntos de interés ante la comunidad del municipio de Frontera Comalapa.</a:t>
            </a:r>
          </a:p>
          <a:p>
            <a:pPr algn="just"/>
            <a:r>
              <a:rPr lang="es-MX" dirty="0"/>
              <a:t>Su desarrollo se justifica en la implementación de una arquitectura robusta, basada en Angular para una interfaz de usuario optimizada y Supabase para la gestión inteligente de datos y procesos, lo que permite estandarizar el flujo de información mediante roles y validaciones que garantizan contenido de alta calidad.</a:t>
            </a:r>
          </a:p>
        </p:txBody>
      </p:sp>
    </p:spTree>
    <p:extLst>
      <p:ext uri="{BB962C8B-B14F-4D97-AF65-F5344CB8AC3E}">
        <p14:creationId xmlns:p14="http://schemas.microsoft.com/office/powerpoint/2010/main" val="112929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72BDC-CAD6-4C0F-841E-CC083932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795081" cy="4601183"/>
          </a:xfrm>
        </p:spPr>
        <p:txBody>
          <a:bodyPr/>
          <a:lstStyle/>
          <a:p>
            <a:r>
              <a:rPr lang="es-MX" b="1" dirty="0"/>
              <a:t>Proyecto Turismo Comalapa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F5ADA4-DBE9-4DB4-9B7E-B96720E9C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096" y="832026"/>
            <a:ext cx="7809385" cy="1991387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Los cambios que se realizaron en la interfaz fueron en el diseño principalmente; se le dio estilos y un color de fondo ligero y sutil que no afecte a los usuarios y sea aceptado por ellos(UX).</a:t>
            </a:r>
          </a:p>
          <a:p>
            <a:pPr algn="just"/>
            <a:r>
              <a:rPr lang="es-MX" sz="1800" dirty="0"/>
              <a:t>De igual manera, en conjunto con el </a:t>
            </a:r>
            <a:r>
              <a:rPr lang="es-MX" sz="1800" dirty="0" err="1"/>
              <a:t>login</a:t>
            </a:r>
            <a:r>
              <a:rPr lang="es-MX" sz="1800" dirty="0"/>
              <a:t>, en el apartado de </a:t>
            </a:r>
            <a:r>
              <a:rPr lang="es-MX" sz="1800" dirty="0" err="1"/>
              <a:t>registo</a:t>
            </a:r>
            <a:r>
              <a:rPr lang="es-MX" sz="1800" dirty="0"/>
              <a:t> nuevo se configuraron los campos para que solo deje registrar si ha completado los campos.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6185A0-5455-4D2D-BBC8-B48B689F7F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7681" y="3477093"/>
            <a:ext cx="4554655" cy="23723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7521A0-1A82-4882-8023-8E76455B7A6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49513" y="3458930"/>
            <a:ext cx="4233812" cy="245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2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5BCF1-B433-4E92-AEA3-249DEA9F8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160" y="406908"/>
            <a:ext cx="7984068" cy="2183892"/>
          </a:xfrm>
        </p:spPr>
        <p:txBody>
          <a:bodyPr/>
          <a:lstStyle/>
          <a:p>
            <a:pPr algn="just"/>
            <a:r>
              <a:rPr lang="es-MX" dirty="0"/>
              <a:t>Se estuvo trabajando en la identificación de rol, si es usuario normal o es el usuario administrador (que solo habrá uno por motivos de seguridad); para el usuario administrador, solo existe uno y fue previamente definido para que ya no exista otro usuario que pueda registrarse en el formulario anterior como administrador sino que únicamente podrán registrarse usuarios normales.</a:t>
            </a:r>
          </a:p>
          <a:p>
            <a:pPr algn="just"/>
            <a:r>
              <a:rPr lang="es-MX" dirty="0"/>
              <a:t>Ahora bien, al iniciar sesión el usuario visualiza el siguiente dashboard.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FA19F2-A586-47EA-ADE7-B4E75F3A75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28160" y="2826067"/>
            <a:ext cx="5612130" cy="3156585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5DDB50F-3148-44A5-9B8F-A790B9EFC7B1}"/>
              </a:ext>
            </a:extLst>
          </p:cNvPr>
          <p:cNvSpPr txBox="1">
            <a:spLocks/>
          </p:cNvSpPr>
          <p:nvPr/>
        </p:nvSpPr>
        <p:spPr>
          <a:xfrm>
            <a:off x="152400" y="2847974"/>
            <a:ext cx="3032760" cy="290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Visualiza:</a:t>
            </a:r>
          </a:p>
          <a:p>
            <a:pPr marL="0" indent="0" algn="just">
              <a:buNone/>
            </a:pPr>
            <a:r>
              <a:rPr lang="es-MX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1. Publicaciones de la comunidad.</a:t>
            </a:r>
          </a:p>
          <a:p>
            <a:pPr marL="0" indent="0" algn="just">
              <a:buNone/>
            </a:pPr>
            <a:r>
              <a:rPr lang="es-MX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Sus publicaciones (las que han sido aprobadas o están es espera de ser validadas por el administrador).</a:t>
            </a:r>
          </a:p>
          <a:p>
            <a:pPr marL="0" indent="0" algn="just">
              <a:buNone/>
            </a:pPr>
            <a:r>
              <a:rPr lang="es-MX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3. Sección de +nueva publicación.</a:t>
            </a:r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4690F931-DE3C-446B-8026-F7E9E6342F09}"/>
              </a:ext>
            </a:extLst>
          </p:cNvPr>
          <p:cNvSpPr/>
          <p:nvPr/>
        </p:nvSpPr>
        <p:spPr>
          <a:xfrm>
            <a:off x="3398520" y="3169920"/>
            <a:ext cx="670560" cy="2484120"/>
          </a:xfrm>
          <a:prstGeom prst="leftBrace">
            <a:avLst>
              <a:gd name="adj1" fmla="val 8333"/>
              <a:gd name="adj2" fmla="val 48773"/>
            </a:avLst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18597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092452"/>
          </a:xfrm>
        </p:spPr>
        <p:txBody>
          <a:bodyPr>
            <a:normAutofit fontScale="92500"/>
          </a:bodyPr>
          <a:lstStyle/>
          <a:p>
            <a:r>
              <a:rPr lang="es-MX" b="1" dirty="0"/>
              <a:t>Apartado de Crear Nueva Publicación.</a:t>
            </a:r>
          </a:p>
          <a:p>
            <a:pPr algn="just"/>
            <a:r>
              <a:rPr lang="es-MX" dirty="0"/>
              <a:t>En este apartado se encuentran los siguientes campos en los cuales el usuario podrá especificar el lugar en donde te ofrecen algún servicio o para turistear.</a:t>
            </a:r>
          </a:p>
          <a:p>
            <a:pPr algn="just"/>
            <a:r>
              <a:rPr lang="es-MX" dirty="0"/>
              <a:t>Se estuvo mejorando la opción del campo de selección de archivos para que nos permita seleccionar múltiples fotografías y no solo una.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8BEF12-E1DA-4C4F-A039-9EDF87B1EB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20803" y="2956560"/>
            <a:ext cx="5612130" cy="31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48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574292"/>
          </a:xfrm>
        </p:spPr>
        <p:txBody>
          <a:bodyPr/>
          <a:lstStyle/>
          <a:p>
            <a:pPr algn="just"/>
            <a:r>
              <a:rPr lang="es-MX" dirty="0"/>
              <a:t>Como algo nuevo que le se implementó recientemente es la confirmación  de campos, en este caso si el usuario al estar creando una nueva publicación le da clic en </a:t>
            </a:r>
            <a:r>
              <a:rPr lang="es-MX" b="1" dirty="0"/>
              <a:t>publicar </a:t>
            </a:r>
            <a:r>
              <a:rPr lang="es-MX" dirty="0"/>
              <a:t>le pregunta si está seguro de realizar la publicación y ahí es en donde se valida ya para publicarlo (enviarlo al administrador) o no.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54B2C1-3C97-4963-B61B-E4BC3A0566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20803" y="2606040"/>
            <a:ext cx="5612130" cy="31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4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092452"/>
          </a:xfrm>
        </p:spPr>
        <p:txBody>
          <a:bodyPr/>
          <a:lstStyle/>
          <a:p>
            <a:pPr algn="just"/>
            <a:r>
              <a:rPr lang="es-MX" dirty="0"/>
              <a:t>Una ves realizada la validación  le aparece una ventana que dice </a:t>
            </a:r>
            <a:r>
              <a:rPr lang="es-MX" b="1" dirty="0"/>
              <a:t>¡Publicación enviada exitosamente!</a:t>
            </a:r>
            <a:r>
              <a:rPr lang="es-MX" dirty="0"/>
              <a:t>; para este punto ya le debe de aparecer al administrador como una solicitud nueva de publicación por parte de ese usuario; </a:t>
            </a:r>
            <a:r>
              <a:rPr lang="es-MX" dirty="0" err="1"/>
              <a:t>ientras</a:t>
            </a:r>
            <a:r>
              <a:rPr lang="es-MX" dirty="0"/>
              <a:t> al usuario le va a aparecer en el apartado de sus publicaciones como pendiente.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466A27-EB27-4F51-8D73-93D42E3018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0545" y="3276601"/>
            <a:ext cx="5320665" cy="30499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DEFACD-9E31-40F1-B7CA-1C40330EC9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45580" y="3276601"/>
            <a:ext cx="5095875" cy="288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9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748" y="559308"/>
            <a:ext cx="7315200" cy="2092452"/>
          </a:xfrm>
        </p:spPr>
        <p:txBody>
          <a:bodyPr/>
          <a:lstStyle/>
          <a:p>
            <a:pPr algn="just"/>
            <a:r>
              <a:rPr lang="es-MX" dirty="0"/>
              <a:t>Ahora en la parte del administrador, iniciamos sesión en la cuenta del único administrador y nos va a dirigir previamente a su dashboard que para este avance se trabajó también en el módulo de solicitudes en donde como podemos observar aparecen las peticiones de los usuarios (de sus publicaciones).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63C9C6-A9B1-42D0-AB13-C8C1760850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2895" y="2917507"/>
            <a:ext cx="5612130" cy="31565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913D50-1219-45B1-A647-B6AAEA1C591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2917506"/>
            <a:ext cx="5612130" cy="31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3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4515612"/>
          </a:xfrm>
        </p:spPr>
        <p:txBody>
          <a:bodyPr/>
          <a:lstStyle/>
          <a:p>
            <a:pPr algn="just"/>
            <a:r>
              <a:rPr lang="es-MX" dirty="0"/>
              <a:t>Para el administrador le aparecen dos opciones al validar una publicación de un usuario: aceptar y rechazar y ahí mismo el estado de la publicación así como sus datos (título, descripción, </a:t>
            </a:r>
            <a:r>
              <a:rPr lang="es-MX" dirty="0" err="1"/>
              <a:t>etc</a:t>
            </a:r>
            <a:r>
              <a:rPr lang="es-MX" dirty="0"/>
              <a:t>).</a:t>
            </a:r>
          </a:p>
          <a:p>
            <a:pPr algn="just"/>
            <a:r>
              <a:rPr lang="es-MX" dirty="0"/>
              <a:t>Si el administrador le da </a:t>
            </a:r>
            <a:r>
              <a:rPr lang="es-MX" b="1" dirty="0"/>
              <a:t>aceptar</a:t>
            </a:r>
            <a:r>
              <a:rPr lang="es-MX" dirty="0"/>
              <a:t> entonces cambia el estado a “aceptada”, sino lo hace (es porque le da rechazar) en ese caso se elimina la solicitud y de igual manera en la interfaz del usuario le elimina su publicación de su apartado y es importante esta lógica porque así nos aseguramos de que las publicaciones cumplan con ciertos estándares, que alguien que las revisa y las valida pueda cerciorarse de que las publicaciones sean con el debido respeto, que cumplan con el objetivo de la página.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0D3730-8947-4C65-8E00-DA38DF4BB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21" y="1855797"/>
            <a:ext cx="3056959" cy="314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4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092452"/>
          </a:xfrm>
        </p:spPr>
        <p:txBody>
          <a:bodyPr/>
          <a:lstStyle/>
          <a:p>
            <a:r>
              <a:rPr lang="es-MX" dirty="0"/>
              <a:t>A continuación una demostración previa del apartado del administrador donde valida una publicación.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D53222-1D29-4DF1-9880-A5F27DCEF5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0975" y="2837307"/>
            <a:ext cx="5612130" cy="31565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8042914-7C72-417C-88E8-884B4A44911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19800" y="2837306"/>
            <a:ext cx="5612130" cy="31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2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D860B-3D5C-43BE-B52D-C7CBEC295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254252"/>
          </a:xfrm>
        </p:spPr>
        <p:txBody>
          <a:bodyPr/>
          <a:lstStyle/>
          <a:p>
            <a:pPr algn="just"/>
            <a:r>
              <a:rPr lang="es-MX" dirty="0"/>
              <a:t>Ahora si iniciamos sesión como el usuario que realizó la publicación podremos ver que el estado de su publicación cambió de </a:t>
            </a:r>
            <a:r>
              <a:rPr lang="es-MX" b="1" dirty="0"/>
              <a:t>pendiente </a:t>
            </a:r>
            <a:r>
              <a:rPr lang="es-MX" dirty="0"/>
              <a:t>a </a:t>
            </a:r>
            <a:r>
              <a:rPr lang="es-MX" b="1" dirty="0"/>
              <a:t>publicada</a:t>
            </a:r>
            <a:r>
              <a:rPr lang="es-MX" dirty="0"/>
              <a:t>.</a:t>
            </a:r>
          </a:p>
          <a:p>
            <a:pPr algn="just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2066B8-7035-459F-8E7F-0C88E6CC4A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2403" y="2338386"/>
            <a:ext cx="5612130" cy="31565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22F487-A282-4D7C-B84A-1E14DA81837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8808" y="2338386"/>
            <a:ext cx="5612130" cy="31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8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43BD34-4EAD-4E82-A2AA-D720FDD5C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9960" y="335280"/>
            <a:ext cx="8138160" cy="2545080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Ahora para comprobar el registro de esta publicación nos vamos a la base de datos que previamente conectamos a nuestro proyecto.</a:t>
            </a:r>
          </a:p>
          <a:p>
            <a:pPr algn="just"/>
            <a:r>
              <a:rPr lang="es-MX" dirty="0"/>
              <a:t>Aquí podemos ver las tablas que hemos creado que es en las que se trabajaron también, podemos ver en  el caso de usuarios quienes hasta el momento están registrados y el rol que es lo más importante, la tabla de publicaciones donde vemos el id del usuario que realizó la publicación y la tabla de imágenes en donde se van almacenando por cada publicación y obviamente se identifican de cual publicación es por el id.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70CE57-2EF2-4867-B88D-E0FB325738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9616" y="3122962"/>
            <a:ext cx="4876800" cy="267557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CAA3DD-E749-4D07-9398-19C53797ECC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63663" y="3122962"/>
            <a:ext cx="4876801" cy="267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14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EBFE89D-55BB-4280-A2FA-3B48A81322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40480" y="1524001"/>
            <a:ext cx="6951345" cy="355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44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9D4E6-8767-45F3-A573-3AB387C2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CCB06D-1426-4EAF-A39D-DC98916E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En conclusión, el desarrollo de Turismo Comalapa durante esta etapa ha permitido tener una base sólida en donde logramos la integración efectiva entre el frontend reactivo de Angular y el backend, la gestión de supabase y se comprobó que contamos con una comunicación exitosa entre la base de datos y el sistema.</a:t>
            </a:r>
          </a:p>
          <a:p>
            <a:pPr algn="just"/>
            <a:r>
              <a:rPr lang="es-MX" dirty="0"/>
              <a:t>El proceso no solo ha avanzado en la funcionalidad de la interfaz sino que ha establecido el esquema de seguridad y flujo de datos necesario para garantizar la integridad de la plataforma.</a:t>
            </a:r>
          </a:p>
        </p:txBody>
      </p:sp>
    </p:spTree>
    <p:extLst>
      <p:ext uri="{BB962C8B-B14F-4D97-AF65-F5344CB8AC3E}">
        <p14:creationId xmlns:p14="http://schemas.microsoft.com/office/powerpoint/2010/main" val="3948136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64EC2-487B-496A-AE9F-5BA24F63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código fuente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CF2783-42E9-473A-B303-5C46DE22F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https://github.com/Girl-creator2004/PW_U4.git</a:t>
            </a:r>
          </a:p>
        </p:txBody>
      </p:sp>
    </p:spTree>
    <p:extLst>
      <p:ext uri="{BB962C8B-B14F-4D97-AF65-F5344CB8AC3E}">
        <p14:creationId xmlns:p14="http://schemas.microsoft.com/office/powerpoint/2010/main" val="3692374555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87</TotalTime>
  <Words>1069</Words>
  <Application>Microsoft Office PowerPoint</Application>
  <PresentationFormat>Panorámica</PresentationFormat>
  <Paragraphs>53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Corbel</vt:lpstr>
      <vt:lpstr>Wingdings 2</vt:lpstr>
      <vt:lpstr>Marco</vt:lpstr>
      <vt:lpstr>Presentación de PowerPoint</vt:lpstr>
      <vt:lpstr>Índice </vt:lpstr>
      <vt:lpstr>Introducción </vt:lpstr>
      <vt:lpstr>Justificación </vt:lpstr>
      <vt:lpstr>Proyecto Turismo Comalapa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Anexo código fuente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Dixie Peña</dc:creator>
  <cp:lastModifiedBy>Dixie Peña</cp:lastModifiedBy>
  <cp:revision>10</cp:revision>
  <dcterms:created xsi:type="dcterms:W3CDTF">2026-06-11T13:08:47Z</dcterms:created>
  <dcterms:modified xsi:type="dcterms:W3CDTF">2026-06-11T15:58:08Z</dcterms:modified>
</cp:coreProperties>
</file>